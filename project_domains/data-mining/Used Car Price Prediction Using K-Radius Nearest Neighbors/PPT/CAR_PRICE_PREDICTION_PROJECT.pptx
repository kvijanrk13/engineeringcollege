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t>Used Car Price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Using K-Radius Nearest Neighbors and Data Mining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Estimate realistic resale value from age, mileage, brand, fuel, transmission, owner, seller type, and condition.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Normalize datasets, train regression model, mine Apriori rules, show execution in a local Django app.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Manual resale estimates are inconsistent and depend heavily on dealer judgement and incomplete comparisons.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 reproducible local ML workflow predicts price and explains common price/depreciation patterns.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Dataset Loader, Preprocessing, Model Training, Prediction, Apriori Mining, Django UI, SQLite Logs.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Random Forest regression for prediction; association-rule mining for interpretable price/depreciation bands.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SQLite stores StudentRegistration and ExecutionLog only. No payment-gateway or cloud-media data is used.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Dataset normalization, training pipeline, prediction helper, registration page, and Apriori page are covered.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The project provides a complete student-ready package for data mining, prediction, documentation, UML, and demo.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