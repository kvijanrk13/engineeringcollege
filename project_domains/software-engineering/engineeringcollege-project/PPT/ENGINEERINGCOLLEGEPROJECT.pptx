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Picture 7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5394960"/>
            <a:ext cx="12191999" cy="1463040"/>
          </a:xfrm>
          <a:prstGeom prst="rect">
            <a:avLst/>
          </a:prstGeom>
          <a:solidFill>
            <a:srgbClr val="0A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0">
                <a:solidFill>
                  <a:srgbClr val="D6E5F7"/>
                </a:solidFill>
              </a:defRPr>
            </a:pPr>
            <a:r>
              <a:t>Software Engineering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863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Django-based academic department management system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Prepared for project documentation, testing, deployment, and demonstration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FFFFFF"/>
                </a:solidFill>
              </a:defRPr>
            </a:pPr>
            <a:r>
              <a:t>Modules: Admin, Faculty, Student, Project Domains, Certificates, PDFs, Gallery, Exam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Prepared for Software Engineering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58064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What the system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Central platform for department-level academic data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Maintains faculty and student profiles with certificates and research details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Generates profile PDFs and organizes project materials by domain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Includes receipt-based project download workflow and deployed demo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Need for a unified academic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Department data is often spread across files, forms, and manual registers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Faculty, student, certificate, and research details are difficult to update consistently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Manual PDF/profile preparation takes time and introduces errors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Project resources, payment receipts, and downloads need a controlled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Operational issues in the current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Repeated manual data entry across student and faculty records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Delayed access to certificates, project details, and academic reports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Limited traceability for project folder payment and delivery confirmation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Harder deployment and sharing of executable academic software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Primary project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Digitize faculty and student profile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Enable certificate upload, storage, and profile PDF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Organize academic projects by domain with documentation and assets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Support project download confirmation through PhonePe receipt submission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Deploy the project on Render for live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Specific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Implementation-focused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Provide separate workflows for Admin, Faculty, and Student users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Store structured academic data in relational database tables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Integrate static/media handling for images, certificates, QR code, and video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Create UML diagrams, test cases, presentation, and demo video for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Manual and fragmented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Student and faculty details are commonly maintained in spreadsheets or paper files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Certificates and proofs may be stored without a single searchable structure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Profile reports are generated manually or through repeated formatting work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Project delivery and payment confirmation rely on informal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Existing System Drawbacks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Limitations of the old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Low consistency across records and documents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More time required for verification and report preparation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Difficult access control for role-specific information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Limited readiness for cloud deployment and public project showcase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Django-based department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Web application with role-oriented dashboards and academic data workflows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Database-backed faculty, student, certificate, research, and project information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Automated PDF generation and organized project folder packaging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Deployed application with Render, Cloudinary-ready media handling, and project support 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System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Major functional areas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Admin dashboard and project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Faculty profile, research, FDP, certificate, BTech project, and exam branch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Student profile, certificate, academic, and research publication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Project domain showcase, paid ZIP/receipt workflow, gallery, syllabus, and live demo assets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High-level request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Browser sends requests to Django URL routes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Views apply business logic, authentication, validation, and database access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Templates render dashboards, project pages, forms, tables, and video players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Static/media services deliver CSS, images, certificates, QR code, and demo video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Architecture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Application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Presentation layer: HTML templates, CSS, JavaScript, and responsive UI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Controller layer: Django views, URL routing, forms, and session handling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Data layer: Django ORM models, migrations, PostgreSQL/SQLite tables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Integration layer: Cloudinary, Render deployment, email, QR/payment receipt workflow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Core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Backend: Python and Django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Database: PostgreSQL on Render; SQLite supported locally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Frontend: HTML, CSS, JavaScript, Django templates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Media/Files: Cloudinary-ready media handling and local static files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Deployment: Render with build and start scripts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Django Stack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How Django is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URL patterns map public pages, dashboards, downloads, payments, and media routes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Views handle login, dashboards, project pages, receipt submission, PDF generation, and file streaming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Models represent academic records, users, payments, receipts, and related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Templates provide reusable UI for project details, dashboards, forms, and support chatbot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Database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Main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Admin User manages faculty and student records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stores staff identity, department, designation, contact, active status, and related academic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Student stores HT number, name, department, year, contact, active status, and academic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Related tables cover certificates, research, FDP, BTech projects, subjects, syllabus, gallery, and exam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3_ER_Diagram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1004"/>
            <a:ext cx="5074920" cy="26503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ER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ER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Complete entity relationship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Primary keys identify all major records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Unique keys protect employee_code and ht_no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Foreign keys connect faculty/student records to certificates, research, projects, and exam branch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Relationships support ownership-based dashboard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3_ER_Diagram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1004"/>
            <a:ext cx="5074920" cy="26503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Class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Object-oriented system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User is represented as a common abstract concept for Admin, Faculty, and Student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Dashboard classes display role-specific 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Academic classes represent research, FDP, BTech projects, certificates, subjects, syllabus, and gallery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Associations show which role manages, uploads, views, or owns each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4_Class_Diagram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77439"/>
            <a:ext cx="5074920" cy="26974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Class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Admin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Admin manages faculty records, student records, subjects, reports, and dashboard statistics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Admin dashboard lists records and summarizes system activity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Admin workflows support data maintenance and export/report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Class_Diagram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995" y="1508760"/>
            <a:ext cx="2387329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Role 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Admin logs in, views dashboard, manages faculty/students, assigns subjects, generates reports, exports data, and logs out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Student logs in, views profile, academic data, syllabus, gallery, certificates, publications, and profile PDF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logs in, manages profile, research, FDP, projects, certificates, exam branch, attendance, reports, and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0_Use_Case_Diagram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61087"/>
            <a:ext cx="5074920" cy="41301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Student and Faculty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User-facing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Student services focus on personal profile, certificates, research, syllabus, gallery, and PDF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services focus on academic contribution, teaching records, exam branch, certificates, and reports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Use cases validate that each role has a clear permission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2_Use_Case_Diagram_Fa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68299"/>
            <a:ext cx="5074920" cy="43157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Activity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Activity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Workflow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Login begins with input validation and user lookup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Valid users move into role dashboards and selected management actions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Invalid input returns controlled error messages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Logout clears the user session and returns to the login/public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Activity_Diagram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2738" y="1508760"/>
            <a:ext cx="1173842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Faculty Activity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Activity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Faculty module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logs in with employee code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Dashboard loads profile, research, FDP, BTech projects, certificates, syllabus, gallery, and exam branch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updates records and generates reports/PDF context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Session terminates on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Activity_Diagram_Fa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206" y="1508760"/>
            <a:ext cx="68290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Sequence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Login interaction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Actor opens portal and submits credentials or role identifier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View validates form input and queries database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Valid result creates session and redirects to dashboard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Dashboard fetches related records before rendering the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4_Sequence_Diagram_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642" y="1508760"/>
            <a:ext cx="3934034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Faculty Sequence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Sequence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Dashboard loading 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Faculty submits employee_code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System validates and fetches faculty profile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Dashboard loads research projects, publications, FDPs, and BTech projects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PDF context is built from the same related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_Sequence_Diagram_Faculty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36" y="1508760"/>
            <a:ext cx="365044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Component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Component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Logical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Authentication component handles login, logout, sessions, and access checks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Dashboard component renders Admin, Faculty, and Student pages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Certificate/PDF component manages uploads and generated documents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Project Domain component handles project folders, downloads, QR receipt flow, and live demo video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Component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Component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Internal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Database layer stores users, profiles, certificates, publications, payments, and project metadata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Static/media layer stores CSS, QR code, demo video, certificates, and generated files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Email/support layer sends receipt confirmation details to project support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Deployment layer uses Render build/start scripts and environment variables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Picture 12" descr="ecprj_watermark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Deployment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Deployment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Production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User browser accesses the Render-hosted Django application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Gunicorn runs the Django WSGI app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Render PostgreSQL provides production database storage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900">
                <a:solidFill>
                  <a:srgbClr val="172033"/>
                </a:solidFill>
              </a:defRPr>
            </a:pPr>
            <a:r>
              <a:t>Static/media assets are served through configured Django/static handling and Cloudinary when available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5440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3_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74531"/>
            <a:ext cx="5074920" cy="23032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Deployment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From GitHub to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Code is committed and pushed to GitHub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Render build script installs dependencies and collects static files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Database migrations run during build/start process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Application starts with Gunicorn and serves public project URLs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Testing and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Testing types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Unit Testing validates forms, views, and isolated model behavior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Integration Testing checks login, dashboard, database, PDF, upload, and download interactions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Functional Testing validates user-facing workflows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Validation Testing checks required fields, formats, duplicates, file types, and date/year rules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Advanced Testing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System, UAT, black box, and white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System Testing verifies end-to-end Admin, Faculty, Student, and deployment flows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User Acceptance Testing confirms workflows from real user roles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Black Box Testing validates visible inputs and outputs without code knowledge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White Box Testing covers sessions, branches, ownership queries, and database relationships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Validation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Checks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Django system checks completed without issues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Migrations verified with no pending model changes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UML diagrams rendered to PNG format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Test-case Word document created from UML flows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Demo video endpoint supports MP4 browser range playback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and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Project page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EngineeringCollege project page displays project folder structure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Live Demo section plays the generated project demo video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Receipt form supports student name, email, phone, note, and PhonePe acknowledgement upload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Project folders list Source Code, Modules, Documentation, PPT, Video, Test Cases, UML Diagrams, and Databases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0472" y="1371600"/>
            <a:ext cx="91897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_syllabus_gallery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90472"/>
            <a:ext cx="8961120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and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Dashboard and document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Admin dashboard supports faculty/student management and reports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Faculty dashboard displays profile, research, FDP, projects, certificates, and PDF output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Student dashboard displays profile, certificates, research, and generated profile PDF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Static assets include QR code, UML PNGs, PowerPoint, test cases, and demo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0472" y="1371600"/>
            <a:ext cx="91897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aculty_student_pdf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90472"/>
            <a:ext cx="8961120" cy="50383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Benefits of the proposed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Centralized academic data management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Role-based workflows for Admin, Faculty, and Student users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Reduced manual effort through PDF generation and structured forms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Organized project submission package with UML, testing, documentation, PPT, and video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Cloud-ready deployment workflow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Additional 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Operational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Improves data consistency and retrieval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Supports project showcase and controlled project folder delivery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Provides reusable local execution steps for students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Improves presentation readiness through diagrams, test cases, and live demo assets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Current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Some workflows depend on correct environment variables and deployment configuration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Cloudinary and PostgreSQL require valid production credentials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Receipt-based project delivery still needs manual admin verification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Further role-level permission hardening can improve access control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Large media files may require external storage for long-term scalability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Possible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Add stronger role-based permission groups and audit logs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Provide REST API endpoints for mobile apps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Add analytics dashboards and automated reports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Automate payment verification and project delivery status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Improve notification workflow through email/SMS/WhatsApp integration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Technical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Engineering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Add CI checks for migrations, tests, static assets, and PDF generation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Add automated screenshot testing for key dashboards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Move larger videos/media to Cloudinary or object storage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Expand project-domain system for more departments and domains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100">
                <a:solidFill>
                  <a:srgbClr val="172033"/>
                </a:solidFill>
              </a:defRPr>
            </a:pPr>
            <a:r>
              <a:t>Improve accessibility and responsive UI coverage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ecprj_watermark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170432"/>
            <a:ext cx="4572000" cy="4572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18872"/>
            <a:ext cx="1965960" cy="347472"/>
          </a:xfrm>
          <a:prstGeom prst="roundRect">
            <a:avLst/>
          </a:prstGeom>
          <a:solidFill>
            <a:srgbClr val="1D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82880"/>
            <a:ext cx="1691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8232"/>
            <a:ext cx="12191999" cy="429768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4937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495870"/>
                </a:solidFill>
              </a:defRPr>
            </a:pPr>
            <a:r>
              <a:t>EngineeringCollege Department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3968" y="6519672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495870"/>
                </a:solidFill>
              </a:defRPr>
            </a:pPr>
            <a: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07899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D5EA8"/>
                </a:solidFill>
              </a:defRPr>
            </a:pPr>
            <a:r>
              <a:t>Project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EngineeringCollege is a complete Django-based department management system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It digitizes academic records, certificates, PDFs, project pages, receipt workflow, and deployment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The project includes implementation, UML diagrams, test cases, PPT, documentation, database notes, and demo video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172033"/>
                </a:solidFill>
              </a:defRPr>
            </a:pPr>
            <a:r>
              <a:t>The system is suitable for academic submission, local execution, and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